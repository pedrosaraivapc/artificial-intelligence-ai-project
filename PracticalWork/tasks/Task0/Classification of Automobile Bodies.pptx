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3.111"/>
    </inkml:context>
    <inkml:brush xml:id="br0">
      <inkml:brushProperty name="width" value="0.035" units="cm"/>
      <inkml:brushProperty name="height" value="0.035" units="cm"/>
      <inkml:brushProperty name="color" value="#E6E3DF"/>
    </inkml:brush>
  </inkml:definitions>
  <inkml:trace contextRef="#ctx0" brushRef="#br0">141 9 24575,'1'34'0,"-1"0"0,-2-1 0,-2 1 0,-1 0 0,-17 60 0,-13 15 0,32-136 0,5 6 0,0 1 0,2 0 0,0 0 0,2 0 0,10-27 0,49-91 0,-35 79 0,-24 51 0,-2 8 0,0 21 0,-4 41 0,-1-55 0,-1 139 0,1-223 0,-2 69 0,-3 14 0,-5 18 0,2 7 0,1 0 0,-4 35 0,-11 43 0,19-102 0,2-8 0,-3-17 0,1-26 0,5-11 0,-1 42 0,0 38 0,0 98 0,-4-204 0,-21-122 0,18 182 0,7 21 0,-1 0 0,1 0 0,0 0 0,-1 0 0,1 0 0,0 0 0,0 0 0,-1 0 0,1 0 0,0 0 0,0 0 0,-1 0 0,1 1 0,0-1 0,-1 0 0,1 0 0,0 0 0,0 0 0,-1 0 0,1 1 0,0-1 0,0 0 0,0 0 0,-1 0 0,1 1 0,0-1 0,0 0 0,0 0 0,0 0 0,-1 1 0,1-1 0,0 0 0,0 0 0,0 1 0,0-1 0,0 0 0,0 1 0,-16 43 0,12-30 0,-13 36 0,8-29 0,1 0 0,2 0 0,0 1 0,1-1 0,-3 39 0,27-345 0,-10 322 0,-5-10 0,29 145 0,-32-170 0,1-7 0,0-19 0,0-35 0,-3-170 0,1 229 0,0 0 0,1-1 0,-1 1 0,0 0 0,0-1 0,0 1 0,0-1 0,0 1 0,0 0 0,0-1 0,0 1 0,0 0 0,0-1 0,0 1 0,0-1 0,0 1 0,0 0 0,0-1 0,0 1 0,0 0 0,0-1 0,-1 1 0,1 0 0,0-1 0,0 1 0,0 0 0,-1-1 0,1 1 0,0 0 0,0 0 0,-1-1 0,1 1 0,0 0 0,0 0 0,-1-1 0,-6 15 0,-9 35 0,15-45 0,-38 138 0,36-186 0,3 25 0,0 46 0,0-5 0,1-1 0,0 1 0,2-1 0,6 28 0,8-137 0,-16 81 0,3-17 0,1 21 0,3 14 0,4 14-682,16 46-1,-20-48-6143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7.426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25.192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350 101 24575,'-1'21'0,"-2"0"0,-1-1 0,0 0 0,-1 0 0,-2 0 0,-14 32 0,10-25 0,1 0 0,-10 48 0,17-62 0,1 2 0,0 1 0,-2-1 0,0 0 0,-1 0 0,-6 14 0,6-63 0,1-35 0,-8-203 0,12 262 0,0 5 0,1 0 0,-1 0 0,-1 0 0,1 0 0,-1 0 0,0 1 0,0-1 0,-3-9 0,4 14 0,0 0 0,-1 0 0,1 0 0,0 0 0,0 0 0,0 0 0,-1 0 0,1 0 0,0 0 0,0 0 0,0 0 0,-1 0 0,1 0 0,0 0 0,0 0 0,0 0 0,-1 0 0,1 0 0,0 1 0,0-1 0,0 0 0,0 0 0,-1 0 0,1 0 0,0 0 0,0 0 0,0 1 0,0-1 0,0 0 0,-1 0 0,1 0 0,0 1 0,0-1 0,0 0 0,0 0 0,0 0 0,0 1 0,0-1 0,0 0 0,0 0 0,0 0 0,0 1 0,0-1 0,0 0 0,0 0 0,0 0 0,0 1 0,0-1 0,0 0 0,0 0 0,0 0 0,0 1 0,0-1 0,-3 15 0,1 23 0,4 51 0,0-67 0,-1 1 0,-1 0 0,0 0 0,-2 0 0,-1 0 0,-10 39 0,13-62 0,0-1 0,0 1 0,0 0 0,0 0 0,0 0 0,0 0 0,0 0 0,0 0 0,0 0 0,0 0 0,0 0 0,-1 0 0,1-1 0,0 1 0,0 0 0,0 0 0,0 0 0,0 0 0,0 0 0,0 0 0,0 0 0,0 0 0,0 0 0,0 0 0,0 0 0,0 0 0,0 0 0,-1 0 0,1 0 0,0 0 0,0 0 0,0 0 0,0 0 0,0 0 0,0 0 0,0 0 0,0 0 0,0 0 0,0 0 0,-1 0 0,1 0 0,0 0 0,0 0 0,0 0 0,0 0 0,0 0 0,0 0 0,0 0 0,0 0 0,0 0 0,0 0 0,-1 0 0,1 0 0,0 0 0,0 0 0,0 0 0,0 0 0,0 0 0,0 0 0,0 0 0,0 1 0,0-1 0,0 0 0,-5-15 0,0-18 0,-3-300 0,-7 486 0,-3 58 0,17-53 0,7-284 0,5 1 0,34-153 0,-42 262 0,-3 22 0,-4 28 0,-92 479 0,103-642 0,40-282 0,-48 530 0,2-55 0,-2 269 0,1-333 0,0 0 0,0 0 0,-1 1 0,1-1 0,0 0 0,0 1 0,0-1 0,0 0 0,0 1 0,0-1 0,0 0 0,0 1 0,0-1 0,0 0 0,0 0 0,0 1 0,0-1 0,0 0 0,0 1 0,0-1 0,0 0 0,0 1 0,1-1 0,-1 0 0,0 0 0,0 1 0,0-1 0,0 0 0,1 0 0,-1 1 0,0-1 0,0 0 0,1 0 0,-1 0 0,0 1 0,0-1 0,1 0 0,-1 0 0,8-12 0,6-28 0,55-226 0,-7 18 0,-95 505 0,28-222 0,-1-1 0,-2 0 0,-1 0 0,-2-1 0,-24 51 0,34-83 0,1 0 0,0 0 0,-1 0 0,1 0 0,0 0 0,-1 0 0,1-1 0,-1 1 0,0 0 0,1 0 0,-1-1 0,1 1 0,-1-1 0,0 1 0,0 0 0,1-1 0,-1 1 0,0-1 0,0 1 0,0-1 0,0 0 0,1 1 0,-1-1 0,0 0 0,0 0 0,0 0 0,0 1 0,-1-1 0,0-1 0,1 0 0,0 1 0,-1-1 0,1 0 0,0 0 0,0 0 0,0 0 0,0 0 0,-1 0 0,1 0 0,1 0 0,-1 0 0,0 0 0,0-1 0,-1-1 0,-2-6 0,0-1 0,0 1 0,0-1 0,-1-9 0,-19-126 0,16 97 0,5 31 0,0 1 0,0-24 0,4 26 0,-1-20 0,0 32 0,0 1 0,0 0 0,0 0 0,0-1 0,0 1 0,-1 0 0,1 0 0,0-1 0,-1 1 0,1 0 0,-1 0 0,1 0 0,-1 0 0,0-1 0,0 1 0,1 0 0,-1 0 0,0 0 0,-1-1 0,1 2 0,0 0 0,0 0 0,1 0 0,-1 1 0,0-1 0,0 0 0,1 0 0,-1 0 0,0 1 0,0-1 0,1 0 0,-1 1 0,0-1 0,1 0 0,-1 1 0,0-1 0,1 1 0,-1-1 0,1 1 0,-1-1 0,1 1 0,-1 0 0,1-1 0,-1 1 0,1 0 0,-1-1 0,1 1 0,0 0 0,0-1 0,-1 1 0,1 0 0,0 0 0,0 1 0,-12 30 0,12-30 0,-11 45 0,8-33 0,0 0 0,0 0 0,-9 18 0,9-23 0,-1 1 0,2 0 0,-1 0 0,1-1 0,1 2 0,-1 13 0,4 66 0,0-32 0,-3 10 0,3 71 0,-2-136 0,0 0 0,1 0 0,-1 0 0,1 0 0,0 0 0,0-1 0,0 1 0,1 0 0,-1-1 0,0 1 0,1-1 0,0 1 0,-1-1 0,1 0 0,0 0 0,0 0 0,1 0 0,2 2 0,3 2 0,1-1 0,0 0 0,0-1 0,10 3 0,8 5 0,-23-11 0,-1 1 0,1 0 0,0-1 0,0 0 0,0 0 0,0 0 0,0 0 0,1-1 0,-1 1 0,0-1 0,0 0 0,0 0 0,0-1 0,1 1 0,-1-1 0,6-2 0,-5 1 0,-1 0 0,1-1 0,-1 1 0,1-1 0,-1 0 0,0-1 0,0 1 0,0-1 0,-1 1 0,1-1 0,-1 0 0,0-1 0,3-4 0,40-68 0,-2-3 0,44-119 0,-88 199 0,0-1 0,0 1 0,0-1 0,1 1 0,-1-1 0,0 1 0,0-1 0,0 1 0,1-1 0,-1 1 0,0-1 0,0 1 0,1-1 0,-1 1 0,0 0 0,1-1 0,-1 1 0,1-1 0,-1 1 0,0 0 0,1-1 0,-1 1 0,1 0 0,-1 0 0,1-1 0,-1 1 0,1 0 0,-1 0 0,1 0 0,7 12 0,0 26 0,-5 42 0,-3-75 0,0-17 0,0-10 0,-1-132 0,1 314 0,-1-154 0,-1-7 0,-5-14 0,-7-29 0,0-5 0,-32-132 0,46 180 0,0 1 0,0 0 0,0-1 0,0 1 0,0-1 0,0 1 0,0-1 0,0 1 0,0 0 0,0-1 0,0 1 0,0-1 0,0 1 0,-1 0 0,1-1 0,0 1 0,0-1 0,0 1 0,-1 0 0,1-1 0,0 1 0,0 0 0,-1 0 0,1-1 0,0 1 0,-1 0 0,1-1 0,0 1 0,-1 0 0,0-1 0,-5 14 0,-4 30 0,10-39 0,-11 57 0,-3 0 0,-34 92 0,42-143 0,2-14 0,1-21 0,2 21 0,-13-215 0,15 209 0,3 11 0,8 23 0,11 41 0,23 137 0,-46-202 0,0 0 0,-1 1 0,1-1 0,0 0 0,0 0 0,0 0 0,0 0 0,0 0 0,0 1 0,0-1 0,0 0 0,1 0 0,-1 0 0,0 0 0,0 0 0,0 1 0,0-1 0,0 0 0,0 0 0,0 0 0,0 0 0,0 0 0,0 1 0,0-1 0,0 0 0,1 0 0,-1 0 0,0 0 0,0 0 0,0 0 0,0 0 0,0 0 0,0 0 0,1 1 0,-1-1 0,0 0 0,0 0 0,0 0 0,0 0 0,1 0 0,-1 0 0,0 0 0,0 0 0,0 0 0,0 0 0,0 0 0,1 0 0,-1 0 0,0 0 0,0 0 0,0 0 0,0-1 0,1 1 0,5-10 0,3-19 0,-9 29 0,90-271 0,-89 269 0,-1 0 0,1-1 0,0 1 0,0 0 0,0-1 0,0 1 0,1 0 0,-1 0 0,0 0 0,1 0 0,0 0 0,-1 1 0,1-1 0,4-3 0,-6 5 0,1 0 0,0 0 0,-1 0 0,1 0 0,-1 0 0,1 0 0,0 0 0,-1 0 0,1 0 0,0 0 0,-1 0 0,1 0 0,-1 0 0,1 0 0,0 0 0,-1 1 0,1-1 0,-1 0 0,1 1 0,-1-1 0,2 1 0,14 18 0,-7 1 0,0-1 0,-1 1 0,10 40 0,5 15 0,-16-66 0,-3-15 0,1-30 0,-1 11 0,-2 31 0,0 0 0,-1 0 0,1 0 0,0 12 0,-3-53 0,-8-184 0,9 208 0,7 33 0,8 40 0,-13-52 0,-2-7 0,0 0 0,1 0 0,-1 0 0,1 0 0,0 0 0,0 0 0,0 0 0,0 0 0,0 0 0,3 4 0,-3-7 0,-1 0 0,0 0 0,1 0 0,-1 0 0,1 0 0,-1 0 0,0 0 0,1-1 0,-1 1 0,0 0 0,1 0 0,-1 0 0,1 0 0,-1 0 0,0-1 0,1 1 0,-1 0 0,0 0 0,0-1 0,1 1 0,-1 0 0,0 0 0,1-1 0,-1 1 0,0 0 0,0-1 0,0 1 0,1 0 0,-1-1 0,0 1 0,0-1 0,0 1 0,0 0 0,0-1 0,0 1 0,0 0 0,0-1 0,0 1 0,0-1 0,0 0 0,6-19 0,7-74 0,-8 174 0,-3-41 0,10 61 0,3-59 0,-15-40 0,0-1 0,0 1 0,0-1 0,1 1 0,-1-1 0,0 1 0,0-1 0,0 0 0,1 1 0,-1-1 0,0 1 0,1-1 0,-1 0 0,0 1 0,1-1 0,-1 0 0,0 0 0,1 1 0,-1-1 0,1 0 0,-1 0 0,1 1 0,-1-1 0,0 0 0,2 0 0,-2-1 0,1 0 0,-1 0 0,1 0 0,0 0 0,-1 0 0,0 0 0,1 0 0,-1-1 0,0 1 0,1 0 0,-1 0 0,0 0 0,0-1 0,0 1 0,-1-2 0,1-41 0,-12-80 0,10 114 0,-9-36 0,4 87 0,7 25-1365,0-48-5461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5:21.530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201 1 24575,'1'1'0,"-1"1"0,0-1 0,1 1 0,0-1 0,-1 1 0,1-1 0,0 1 0,0-1 0,0 0 0,0 1 0,0-1 0,0 0 0,0 0 0,0 1 0,0-1 0,1 0 0,0 0 0,30 20 0,-20-14 0,57 34 0,-69-41 0,0 0 0,1 0 0,-1 0 0,0 0 0,0 0 0,1 0 0,-1 0 0,0 0 0,0 0 0,0 1 0,1-1 0,-1 0 0,0 0 0,0 0 0,0 0 0,0 1 0,0-1 0,1 0 0,-1 0 0,0 0 0,0 1 0,0-1 0,0 0 0,0 0 0,0 0 0,0 1 0,0-1 0,0 0 0,0 0 0,0 1 0,0-1 0,0 0 0,0 0 0,0 0 0,0 1 0,0-1 0,0 0 0,-9 4 0,-19-2 0,27-2 0,-296 15 0,366-19 0,251-9 0,-26 13 0,-476 13 0,158-10 0,92-4 0,-23 2 0,58-7 0,106-38 0,-142 28 0,-36 13 0,-26 3 0,-12 0 0,-277 18 0,7 0 0,145-17 0,171-2 0,126 3 0,-143 0 0,0 1 0,0 0 0,0 2 0,-1 1 0,30 12 0,-31-11-151,1-1-1,0 0 0,0-2 0,1 0 1,-1-1-1,1-2 0,0 0 1,31-3-1,-37 2-6674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10" Type="http://schemas.openxmlformats.org/officeDocument/2006/relationships/image" Target="../media/image2.jpe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netools.com/bulk-batch-rotate-image" TargetMode="External"/><Relationship Id="rId2" Type="http://schemas.openxmlformats.org/officeDocument/2006/relationships/hyperlink" Target="https://www.kaggle.com/datasets/ademboukhris/cars-body-type-cropped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8FF7-141C-620F-0B50-58211D04E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Classificação de carrocerias de automóveis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045F1-CCC1-793D-C86B-A34B4693D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pt-PT" dirty="0"/>
              <a:t>Meta 0 – Proposta de tema</a:t>
            </a:r>
          </a:p>
          <a:p>
            <a:r>
              <a:rPr lang="pt-PT" dirty="0"/>
              <a:t>Inteligência computacional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D0CB3-C80A-0713-B9D4-351B5AF84D80}"/>
              </a:ext>
            </a:extLst>
          </p:cNvPr>
          <p:cNvSpPr txBox="1"/>
          <p:nvPr/>
        </p:nvSpPr>
        <p:spPr>
          <a:xfrm>
            <a:off x="9218645" y="5306007"/>
            <a:ext cx="2840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Pedro Saraiva – 2023146226</a:t>
            </a:r>
          </a:p>
          <a:p>
            <a:r>
              <a:rPr lang="pt-PT" dirty="0"/>
              <a:t>Daniel Soares – 2023144661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14:cNvPr>
              <p14:cNvContentPartPr/>
              <p14:nvPr/>
            </p14:nvContentPartPr>
            <p14:xfrm>
              <a:off x="7394931" y="3443091"/>
              <a:ext cx="77040" cy="1594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88811" y="3436971"/>
                <a:ext cx="89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14:cNvPr>
              <p14:cNvContentPartPr/>
              <p14:nvPr/>
            </p14:nvContentPartPr>
            <p14:xfrm>
              <a:off x="7489251" y="3470811"/>
              <a:ext cx="36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1251" y="34528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14:cNvPr>
              <p14:cNvContentPartPr/>
              <p14:nvPr/>
            </p14:nvContentPartPr>
            <p14:xfrm>
              <a:off x="7319691" y="3384771"/>
              <a:ext cx="249840" cy="297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2051" y="3366771"/>
                <a:ext cx="2854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14:cNvPr>
              <p14:cNvContentPartPr/>
              <p14:nvPr/>
            </p14:nvContentPartPr>
            <p14:xfrm>
              <a:off x="7528851" y="3489531"/>
              <a:ext cx="362160" cy="572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10851" y="3471891"/>
                <a:ext cx="397800" cy="928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D8C7F6E-BFB4-4267-77D9-348A5B1AD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690" y="2643449"/>
            <a:ext cx="4127329" cy="207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2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10B33-49E4-E6E4-387A-C132C034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 e Solução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751DAF5-3BF6-A22B-3BA5-4A5749BE3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Objetivo: Classificar automaticamente o tipo de carroceria de um veículo a partir de imagens.</a:t>
            </a:r>
          </a:p>
          <a:p>
            <a:pPr algn="just"/>
            <a:r>
              <a:rPr lang="pt-PT" dirty="0"/>
              <a:t>Solução: Desenvolver um modelo de Deep Learning capaz de aprender padrões visuais e distinguir entre diferentes tipos de veículos, utilizando um dataset de imagens.</a:t>
            </a:r>
          </a:p>
        </p:txBody>
      </p:sp>
    </p:spTree>
    <p:extLst>
      <p:ext uri="{BB962C8B-B14F-4D97-AF65-F5344CB8AC3E}">
        <p14:creationId xmlns:p14="http://schemas.microsoft.com/office/powerpoint/2010/main" val="192934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2B7F7-7276-6667-2F0D-541629B5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Impacto no mundo real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EC45BF-C252-C232-CB5A-E9FA11704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t-PT" b="1" dirty="0"/>
              <a:t>Gestão de estacionamentos </a:t>
            </a:r>
            <a:r>
              <a:rPr lang="pt-PT" dirty="0"/>
              <a:t>→ otimização das vagas e verificação automática se o tipo de veículo é permitido em determinado espaço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Seguros automóveis </a:t>
            </a:r>
            <a:r>
              <a:rPr lang="pt-PT" dirty="0"/>
              <a:t>→ identificação automática do tipo de carro em fotos enviadas por clientes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Portagens inteligentes </a:t>
            </a:r>
            <a:r>
              <a:rPr lang="pt-PT" dirty="0"/>
              <a:t>→ deteção da categoria do veículo para cobrança automática do valor correto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Controlo de acesso ao campus do ISEC</a:t>
            </a:r>
            <a:r>
              <a:rPr lang="pt-PT" dirty="0"/>
              <a:t> → </a:t>
            </a:r>
            <a:r>
              <a:rPr lang="en-US" dirty="0"/>
              <a:t>c</a:t>
            </a:r>
            <a:r>
              <a:rPr lang="pt-BR" sz="2100" dirty="0"/>
              <a:t>âmaras nas cancelas da faculdade detetam o tipo de veículo que entra e limitam a entrada quando já existe um número máximo de uma determinada categoria (ex.: 30 descapotáveis), garantindo uma distribuição equilibrada no estacionamento.</a:t>
            </a:r>
            <a:endParaRPr lang="pt-PT" sz="2100" dirty="0"/>
          </a:p>
        </p:txBody>
      </p:sp>
    </p:spTree>
    <p:extLst>
      <p:ext uri="{BB962C8B-B14F-4D97-AF65-F5344CB8AC3E}">
        <p14:creationId xmlns:p14="http://schemas.microsoft.com/office/powerpoint/2010/main" val="370903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B576B-7534-9E51-D07A-30BE81FE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DATASET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4F3BC6-7AF5-9C7C-0705-4D3C7878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8410"/>
            <a:ext cx="9603275" cy="4235778"/>
          </a:xfrm>
        </p:spPr>
        <p:txBody>
          <a:bodyPr>
            <a:normAutofit lnSpcReduction="10000"/>
          </a:bodyPr>
          <a:lstStyle/>
          <a:p>
            <a:r>
              <a:rPr lang="pt-PT" b="1" dirty="0"/>
              <a:t>Nome</a:t>
            </a:r>
            <a:r>
              <a:rPr lang="pt-PT" dirty="0"/>
              <a:t>:  “</a:t>
            </a:r>
            <a:r>
              <a:rPr lang="en-US" dirty="0"/>
              <a:t>Car Body Types Images Dataset</a:t>
            </a:r>
            <a:r>
              <a:rPr lang="pt-PT" dirty="0"/>
              <a:t>”</a:t>
            </a:r>
            <a:endParaRPr lang="en-US" dirty="0"/>
          </a:p>
          <a:p>
            <a:r>
              <a:rPr lang="en-US" b="1" dirty="0"/>
              <a:t>Fonte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https://www.kaggle.com/datasets/ademboukhris/cars-body-type-cropped/data</a:t>
            </a:r>
            <a:endParaRPr lang="en-US" dirty="0"/>
          </a:p>
          <a:p>
            <a:r>
              <a:rPr lang="en-US" b="1" dirty="0"/>
              <a:t>N.º de imagens Default: </a:t>
            </a:r>
            <a:r>
              <a:rPr lang="en-US" dirty="0"/>
              <a:t>7549</a:t>
            </a:r>
          </a:p>
          <a:p>
            <a:pPr lvl="1"/>
            <a:r>
              <a:rPr lang="en-US" dirty="0"/>
              <a:t>5350 </a:t>
            </a:r>
            <a:r>
              <a:rPr lang="en-US" dirty="0" err="1"/>
              <a:t>treino</a:t>
            </a:r>
            <a:r>
              <a:rPr lang="en-US" dirty="0"/>
              <a:t> (70.87%); 1397 </a:t>
            </a:r>
            <a:r>
              <a:rPr lang="en-US" dirty="0" err="1"/>
              <a:t>validação</a:t>
            </a:r>
            <a:r>
              <a:rPr lang="en-US" dirty="0"/>
              <a:t> (18.51%); 802 teste (10.62%); </a:t>
            </a:r>
          </a:p>
          <a:p>
            <a:r>
              <a:rPr lang="en-US" b="1" dirty="0"/>
              <a:t>N.º de imagens </a:t>
            </a:r>
            <a:r>
              <a:rPr lang="en-US" b="1" dirty="0" err="1"/>
              <a:t>Atuais</a:t>
            </a:r>
            <a:r>
              <a:rPr lang="en-US" b="1" dirty="0"/>
              <a:t>: </a:t>
            </a:r>
            <a:r>
              <a:rPr lang="en-US" dirty="0"/>
              <a:t>15451</a:t>
            </a:r>
          </a:p>
          <a:p>
            <a:pPr lvl="1"/>
            <a:r>
              <a:rPr lang="en-US" dirty="0"/>
              <a:t>10840 </a:t>
            </a:r>
            <a:r>
              <a:rPr lang="en-US" dirty="0" err="1"/>
              <a:t>treino</a:t>
            </a:r>
            <a:r>
              <a:rPr lang="en-US" dirty="0"/>
              <a:t> (70.16%); 2307 </a:t>
            </a:r>
            <a:r>
              <a:rPr lang="en-US" dirty="0" err="1"/>
              <a:t>validação</a:t>
            </a:r>
            <a:r>
              <a:rPr lang="en-US" dirty="0"/>
              <a:t> (14.93%); 2304 teste (14.91%); </a:t>
            </a:r>
          </a:p>
          <a:p>
            <a:pPr lvl="1"/>
            <a:r>
              <a:rPr lang="pt-PT" dirty="0"/>
              <a:t>As imagens adicionais foram geradas a partir das originais, aplicando transformações (rotação de ângulos) para evitar imagens duplicadas. Site: </a:t>
            </a:r>
            <a:r>
              <a:rPr lang="pt-PT" dirty="0">
                <a:hlinkClick r:id="rId3"/>
              </a:rPr>
              <a:t>https://pinetools.com/bulk-batch-rotate-image</a:t>
            </a:r>
            <a:endParaRPr lang="pt-PT" dirty="0"/>
          </a:p>
          <a:p>
            <a:r>
              <a:rPr lang="en-US" b="1" dirty="0" err="1"/>
              <a:t>Resolução</a:t>
            </a:r>
            <a:r>
              <a:rPr lang="en-US" b="1" dirty="0"/>
              <a:t> das imagens</a:t>
            </a:r>
            <a:r>
              <a:rPr lang="en-US" dirty="0"/>
              <a:t>:  Varia de </a:t>
            </a:r>
            <a:r>
              <a:rPr lang="en-US" dirty="0" err="1"/>
              <a:t>imagem</a:t>
            </a:r>
            <a:r>
              <a:rPr lang="en-US" dirty="0"/>
              <a:t> para </a:t>
            </a:r>
            <a:r>
              <a:rPr lang="en-US" dirty="0" err="1"/>
              <a:t>imagem</a:t>
            </a:r>
            <a:r>
              <a:rPr lang="en-US" dirty="0"/>
              <a:t>, </a:t>
            </a:r>
            <a:r>
              <a:rPr lang="en-US" dirty="0" err="1"/>
              <a:t>sendo</a:t>
            </a:r>
            <a:r>
              <a:rPr lang="en-US" dirty="0"/>
              <a:t> </a:t>
            </a:r>
            <a:r>
              <a:rPr lang="en-US" dirty="0" err="1"/>
              <a:t>bastante</a:t>
            </a:r>
            <a:r>
              <a:rPr lang="en-US" dirty="0"/>
              <a:t> superior que o </a:t>
            </a:r>
            <a:r>
              <a:rPr lang="en-US" dirty="0" err="1"/>
              <a:t>mínimo</a:t>
            </a:r>
            <a:r>
              <a:rPr lang="en-US" dirty="0"/>
              <a:t> (10x10)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70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E05EF-B9E7-BAC1-2D0A-A03C9390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Classes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4A9291-FE03-4198-6D09-59822461D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" t="26438" r="6996" b="8932"/>
          <a:stretch>
            <a:fillRect/>
          </a:stretch>
        </p:blipFill>
        <p:spPr bwMode="auto">
          <a:xfrm>
            <a:off x="2040565" y="2034928"/>
            <a:ext cx="2320212" cy="1166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9435C8F-F39D-7156-2DA9-67ECE2234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" t="21377" r="1425" b="7568"/>
          <a:stretch>
            <a:fillRect/>
          </a:stretch>
        </p:blipFill>
        <p:spPr bwMode="auto">
          <a:xfrm>
            <a:off x="4935894" y="2034928"/>
            <a:ext cx="2320212" cy="11613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7E58987-B81E-604A-9429-76ECEB932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8" t="21577" b="6994"/>
          <a:stretch>
            <a:fillRect/>
          </a:stretch>
        </p:blipFill>
        <p:spPr bwMode="auto">
          <a:xfrm>
            <a:off x="7831223" y="2015511"/>
            <a:ext cx="2320212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0618FCD3-6592-D091-C90B-C3145CA7B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5196" r="2176" b="6329"/>
          <a:stretch>
            <a:fillRect/>
          </a:stretch>
        </p:blipFill>
        <p:spPr bwMode="auto">
          <a:xfrm>
            <a:off x="484003" y="4002270"/>
            <a:ext cx="2313719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053F64F4-0CC6-75D3-AF34-FBF712BF8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6" b="6973"/>
          <a:stretch>
            <a:fillRect/>
          </a:stretch>
        </p:blipFill>
        <p:spPr bwMode="auto">
          <a:xfrm>
            <a:off x="6358447" y="4002270"/>
            <a:ext cx="2320212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3C3C077B-A812-AB6A-1939-892826C9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8" b="10582"/>
          <a:stretch>
            <a:fillRect/>
          </a:stretch>
        </p:blipFill>
        <p:spPr bwMode="auto">
          <a:xfrm>
            <a:off x="3421496" y="4002270"/>
            <a:ext cx="2313720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5965CEB0-F97D-6A86-9E7B-1287E5DFFE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" t="7562" r="2242" b="3718"/>
          <a:stretch>
            <a:fillRect/>
          </a:stretch>
        </p:blipFill>
        <p:spPr bwMode="auto">
          <a:xfrm>
            <a:off x="9301890" y="4002270"/>
            <a:ext cx="2313719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67A3D66-686C-844B-22A9-41F4473525D8}"/>
              </a:ext>
            </a:extLst>
          </p:cNvPr>
          <p:cNvSpPr txBox="1"/>
          <p:nvPr/>
        </p:nvSpPr>
        <p:spPr>
          <a:xfrm>
            <a:off x="2246436" y="3185394"/>
            <a:ext cx="190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CONVERTIBLE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7ABF04-0F5E-B6E4-439E-B04F7AE2E134}"/>
              </a:ext>
            </a:extLst>
          </p:cNvPr>
          <p:cNvSpPr txBox="1"/>
          <p:nvPr/>
        </p:nvSpPr>
        <p:spPr>
          <a:xfrm>
            <a:off x="5570054" y="319628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COUPE</a:t>
            </a:r>
            <a:endParaRPr lang="pt-PT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90C6E5-7466-E4A1-749D-098030178C14}"/>
              </a:ext>
            </a:extLst>
          </p:cNvPr>
          <p:cNvSpPr txBox="1"/>
          <p:nvPr/>
        </p:nvSpPr>
        <p:spPr>
          <a:xfrm>
            <a:off x="8119968" y="3185394"/>
            <a:ext cx="174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HATCHBACK</a:t>
            </a:r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4BAFB8A-9AB9-3644-350D-186BD30639E8}"/>
              </a:ext>
            </a:extLst>
          </p:cNvPr>
          <p:cNvSpPr txBox="1"/>
          <p:nvPr/>
        </p:nvSpPr>
        <p:spPr>
          <a:xfrm>
            <a:off x="1053201" y="5183039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PICK-UP</a:t>
            </a:r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229673-5386-8373-101B-AB20A20AC1D0}"/>
              </a:ext>
            </a:extLst>
          </p:cNvPr>
          <p:cNvSpPr txBox="1"/>
          <p:nvPr/>
        </p:nvSpPr>
        <p:spPr>
          <a:xfrm>
            <a:off x="4237557" y="518447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SUV</a:t>
            </a:r>
            <a:endParaRPr lang="pt-PT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8C85298-2E95-0836-3D3E-F9DC593EA4CF}"/>
              </a:ext>
            </a:extLst>
          </p:cNvPr>
          <p:cNvSpPr txBox="1"/>
          <p:nvPr/>
        </p:nvSpPr>
        <p:spPr>
          <a:xfrm>
            <a:off x="10104742" y="5183039"/>
            <a:ext cx="708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VAN</a:t>
            </a:r>
            <a:endParaRPr lang="pt-PT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C4CA6E8-0587-3984-2F9D-1EC66C27F3D6}"/>
              </a:ext>
            </a:extLst>
          </p:cNvPr>
          <p:cNvSpPr txBox="1"/>
          <p:nvPr/>
        </p:nvSpPr>
        <p:spPr>
          <a:xfrm>
            <a:off x="7010208" y="5183039"/>
            <a:ext cx="101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SEDAN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79755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B350-0BBE-74BC-E342-C794D3C0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mudar para a </a:t>
            </a:r>
            <a:r>
              <a:rPr lang="en-US" dirty="0" err="1"/>
              <a:t>frente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F407A-6FE0-D631-D3A0-D829A7C8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Depois</a:t>
            </a:r>
            <a:r>
              <a:rPr lang="en-US" dirty="0"/>
              <a:t> de </a:t>
            </a:r>
            <a:r>
              <a:rPr lang="en-US" dirty="0" err="1"/>
              <a:t>apresentar-mos</a:t>
            </a:r>
            <a:r>
              <a:rPr lang="en-US" dirty="0"/>
              <a:t> o professor </a:t>
            </a:r>
            <a:r>
              <a:rPr lang="en-US" dirty="0" err="1"/>
              <a:t>referiu</a:t>
            </a:r>
            <a:r>
              <a:rPr lang="en-US" dirty="0"/>
              <a:t>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a </a:t>
            </a:r>
            <a:r>
              <a:rPr lang="en-US" dirty="0" err="1"/>
              <a:t>melhorar</a:t>
            </a:r>
            <a:r>
              <a:rPr lang="en-US" dirty="0"/>
              <a:t>:</a:t>
            </a:r>
          </a:p>
          <a:p>
            <a:r>
              <a:rPr lang="en-US" dirty="0" err="1"/>
              <a:t>Diminuir</a:t>
            </a:r>
            <a:r>
              <a:rPr lang="en-US" dirty="0"/>
              <a:t> de 7 classes para 5 classes (</a:t>
            </a:r>
            <a:r>
              <a:rPr lang="en-US" dirty="0" err="1"/>
              <a:t>retirar</a:t>
            </a:r>
            <a:r>
              <a:rPr lang="en-US" dirty="0"/>
              <a:t> Pick-Up e Van) e </a:t>
            </a:r>
            <a:r>
              <a:rPr lang="en-US" dirty="0" err="1"/>
              <a:t>continuar</a:t>
            </a:r>
            <a:r>
              <a:rPr lang="en-US" dirty="0"/>
              <a:t> com um total de </a:t>
            </a:r>
            <a:r>
              <a:rPr lang="en-US" dirty="0" err="1"/>
              <a:t>mais</a:t>
            </a:r>
            <a:r>
              <a:rPr lang="en-US" dirty="0"/>
              <a:t> de 10000 imagens</a:t>
            </a:r>
          </a:p>
          <a:p>
            <a:r>
              <a:rPr lang="en-US" dirty="0"/>
              <a:t>Meter a </a:t>
            </a:r>
            <a:r>
              <a:rPr lang="en-US" dirty="0" err="1"/>
              <a:t>mesma</a:t>
            </a:r>
            <a:r>
              <a:rPr lang="en-US" dirty="0"/>
              <a:t> </a:t>
            </a:r>
            <a:r>
              <a:rPr lang="en-US" dirty="0" err="1"/>
              <a:t>resolução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as imagens</a:t>
            </a:r>
          </a:p>
          <a:p>
            <a:r>
              <a:rPr lang="en-US" dirty="0" err="1"/>
              <a:t>Tirar</a:t>
            </a:r>
            <a:r>
              <a:rPr lang="en-US" dirty="0"/>
              <a:t> 10/15 </a:t>
            </a:r>
            <a:r>
              <a:rPr lang="en-US" dirty="0" err="1"/>
              <a:t>fotos</a:t>
            </a:r>
            <a:r>
              <a:rPr lang="en-US" dirty="0"/>
              <a:t> reais de </a:t>
            </a:r>
            <a:r>
              <a:rPr lang="en-US" dirty="0" err="1"/>
              <a:t>carros</a:t>
            </a:r>
            <a:r>
              <a:rPr lang="en-US" dirty="0"/>
              <a:t> à </a:t>
            </a:r>
            <a:r>
              <a:rPr lang="en-US" dirty="0" err="1"/>
              <a:t>frente</a:t>
            </a:r>
            <a:r>
              <a:rPr lang="en-US" dirty="0"/>
              <a:t> do ISEC, de forma a </a:t>
            </a:r>
            <a:r>
              <a:rPr lang="en-US" dirty="0" err="1"/>
              <a:t>testar</a:t>
            </a:r>
            <a:r>
              <a:rPr lang="en-US" dirty="0"/>
              <a:t> com o professor, o </a:t>
            </a:r>
            <a:r>
              <a:rPr lang="en-US" dirty="0" err="1"/>
              <a:t>programa</a:t>
            </a:r>
            <a:r>
              <a:rPr lang="en-US" dirty="0"/>
              <a:t> com </a:t>
            </a:r>
            <a:r>
              <a:rPr lang="en-US" dirty="0" err="1"/>
              <a:t>essas</a:t>
            </a:r>
            <a:r>
              <a:rPr lang="en-US" dirty="0"/>
              <a:t> imagens </a:t>
            </a:r>
            <a:r>
              <a:rPr lang="en-US" dirty="0" err="1"/>
              <a:t>na</a:t>
            </a:r>
            <a:r>
              <a:rPr lang="en-US" dirty="0"/>
              <a:t> meta 3.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5807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{8B42C8C8-AADD-4AEA-A109-DB2F98750917}TFc986dd65-aaf0-4d5c-bef9-9c391ee05f7be76530a6-0ca6c874b13b</Template>
  <TotalTime>101</TotalTime>
  <Words>373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Galeria</vt:lpstr>
      <vt:lpstr>Classificação de carrocerias de automóveis </vt:lpstr>
      <vt:lpstr>Objetivo e Solução</vt:lpstr>
      <vt:lpstr>Impacto no mundo real</vt:lpstr>
      <vt:lpstr>DATASET</vt:lpstr>
      <vt:lpstr>Classes</vt:lpstr>
      <vt:lpstr>A mudar para a frente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Saraiva</dc:creator>
  <cp:lastModifiedBy>Pedro Saraiva</cp:lastModifiedBy>
  <cp:revision>12</cp:revision>
  <dcterms:created xsi:type="dcterms:W3CDTF">2025-09-23T01:41:49Z</dcterms:created>
  <dcterms:modified xsi:type="dcterms:W3CDTF">2025-09-23T21:31:37Z</dcterms:modified>
</cp:coreProperties>
</file>